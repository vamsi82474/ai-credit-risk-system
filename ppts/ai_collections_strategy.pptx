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96C66-5C79-4517-2749-36EEA3783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0618A-E88A-4471-96BD-E4DF92818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FD58F-FE19-2CDA-B417-0631036D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08465-210B-A21E-816F-3E7778B8A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2265-07CD-975C-04BA-0D7E478B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288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A0622-2023-E622-A2FE-62F19777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6561C-2136-2656-11CF-99694228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D6EEB-119F-0067-21D0-A38EA35B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5560A-C577-8C88-3B7D-B4D20A96B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C1B59-10BF-AD6A-B117-AF38574E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34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DACF-438C-B6D4-ECDD-E0E391042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ABD71-4A94-BBC7-A76F-BD55B7583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57CC8-3476-4E80-9BA7-7C889B09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12FD9-0A7C-6F11-FBB2-1C053428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0DD39-1BEA-A5F5-9799-7ADBE1E9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68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75D2-9261-0223-3C2A-75AD4653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1876-B633-BC7F-2183-F6ACC6A601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A2E2A-8189-D286-6EAE-57ADA11C2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131DD-EE63-44AF-EA0D-BA6A3572E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DD56A-5944-78DF-C4A3-9265E9572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59EA1-E8C5-7B48-5A26-F150895C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432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8186B-5B34-5EEF-DC89-873FC65F4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F9400-9CA0-F912-E2AF-811BBCE92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CA911-06C6-C5D9-9D78-091F77475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83F337-AAAD-BAF5-7E93-B3451C0CB8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EAF16-DF2D-E6E1-64B9-971CCCAF8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5F175-C0B4-2DD1-7B85-A5AB31816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54D6F9-1C01-4753-6C6E-8D6D2A9D1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2EEDB5-30DE-4DCF-5727-48C56D15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33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E92A-D989-50DE-1584-6F0F1FF8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7601B-5B38-CD66-B06F-A9B1143D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3369A-0467-E601-AA67-F470890A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17C61-597D-48BF-9179-39E7C00D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84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56FA6-C51E-FE0E-9E4E-B49503EC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1712C-7E1C-1256-D018-2857DD4D3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4F92A-2E75-06EC-3CCD-38EECFD2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562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826E0-3013-D2FE-292B-1C0DEC3D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CDFC6-B9D5-DAAD-9BD0-E2C0A7771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BDF91-4734-C28D-B256-B74951A68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25F24-0BCE-0FD6-206E-C94BDD63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04C21-4444-A157-7BF5-708688B29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F2FFC-5807-DEE2-052F-F036BA50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8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A811-2364-233C-08C4-607F211D4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728FFE-E651-D9C8-D785-78B51317A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1905D-CD8C-74B9-4777-CF06DBF80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AC54C-2304-EFCD-FFAC-1779F70F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C0291-C353-BE26-4A75-28B12629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10AB9-3511-238C-50DE-91675FBF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5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6A5D-E894-EEC3-B3E5-F7259415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2E634-8A2B-2BD9-48EE-F6D799473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FC79A-AD52-DCD4-B7B0-F2349B771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FEB40-F5DB-C4A8-0D45-B2068E4F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0B2CD-32A5-5A56-EC5A-EFC18348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365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8A200B-5150-F48A-074C-8F6975E0E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39AA6-4BF6-D85E-F2D3-6295FECDF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2298A-21FA-9184-62C5-31CDC7C8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5C99F-5C67-25D6-5059-47290B9A9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49E7-49EF-E420-B162-104833D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44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A9ADCD-254F-C7D5-C769-1F1879F9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DCE0E-A412-13B8-C2CD-2C0761E4D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6CE6E-204A-7DBA-32BA-0BB5EB91B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7B748-3962-46E7-A701-95CA44E11A88}" type="datetimeFigureOut">
              <a:rPr lang="en-IN" smtClean="0"/>
              <a:t>04-05-26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FDC56-A9F6-65F2-A9CE-1F29B1D6A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D426C-8BE3-7C1E-538C-51F4336A7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E1DF3-D1E1-435B-8980-D610F0E5D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02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657D-239D-8167-9677-CE77F94DF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3078" y="278294"/>
            <a:ext cx="6198704" cy="944219"/>
          </a:xfrm>
        </p:spPr>
        <p:txBody>
          <a:bodyPr>
            <a:normAutofit/>
          </a:bodyPr>
          <a:lstStyle/>
          <a:p>
            <a:r>
              <a:rPr lang="en-IN" sz="4500" dirty="0"/>
              <a:t>How the System Works</a:t>
            </a:r>
            <a:endParaRPr lang="en-IN" sz="4500" dirty="0">
              <a:latin typeface="Angsana New" panose="020B0502040204020203" pitchFamily="18" charset="-34"/>
              <a:cs typeface="Angsana New" panose="020B0502040204020203" pitchFamily="18" charset="-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B3F386-B57B-7C27-8559-9DC20E068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98375"/>
            <a:ext cx="9144000" cy="3359426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AI-Powered Collections Workflow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Input (Customer Data)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Payment history, credit utilization, income, transaction behavior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Decision (Risk Scoring)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 model classifies customers into low, medium, or high risk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Action (Intervention)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Trigger reminders, repayment plans, or personalized outreach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Learning (Feedback Loop)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System updates based on customer responses and outcomes</a:t>
            </a:r>
          </a:p>
        </p:txBody>
      </p:sp>
    </p:spTree>
    <p:extLst>
      <p:ext uri="{BB962C8B-B14F-4D97-AF65-F5344CB8AC3E}">
        <p14:creationId xmlns:p14="http://schemas.microsoft.com/office/powerpoint/2010/main" val="2574743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E19E-9E73-1547-1A6F-CAB9C600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End-to-End Workflow (Diagram Style)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4ED6E-6DE1-B4F7-3AC7-C3FC0CA6E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Flow of the System</a:t>
            </a:r>
          </a:p>
          <a:p>
            <a:r>
              <a:rPr lang="en-US" b="1" dirty="0"/>
              <a:t>Customer Data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b="1" dirty="0"/>
              <a:t>AI Risk Model (Score &amp; Segment)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b="1" dirty="0"/>
              <a:t>Automated / Human Actions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b="1" dirty="0"/>
              <a:t>Outcome Tracking (Payments, Responses)</a:t>
            </a:r>
            <a:br>
              <a:rPr lang="en-US" dirty="0"/>
            </a:br>
            <a:r>
              <a:rPr lang="en-US" dirty="0"/>
              <a:t>⬇</a:t>
            </a:r>
            <a:br>
              <a:rPr lang="en-US" dirty="0"/>
            </a:br>
            <a:r>
              <a:rPr lang="en-US" b="1" dirty="0"/>
              <a:t>Continuous Learning &amp; Model Improvement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63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9E97-4C98-073D-D263-C6AFA921D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Autonomous vs Human-in-the-Loop Decisions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EEF659-DC19-F603-0E69-CA48930002B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6584763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82054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Autonomous (AI-Driven)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Human Oversight (Expert Review)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87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 scoring &amp;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Approving repayment plans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448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Sending payment reminders (SMS/Email)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Handling high-risk or sensitive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647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Triggering alerts for overdue 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Reviewing edge or ambiguous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7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Personalised nudges based on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Ensuring fairness &amp; compliance checks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297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274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0BE75-4B29-7DFC-F3B3-A23B4C32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Responsible AI Guardrails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2ACE95-F939-3F88-C6A7-1F41724381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772077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Fairness &amp; Bias Monitoring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audits to ensure no customer group is unfairly disadvantaged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 &amp; Transparency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reasoning for risk scores (e.g., missed payments, utilization)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Regulatory Compliance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 with standards (e.g., data privacy, fair lending practices)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Human-in-the-Loop Oversight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decisions reviewed by experts to ensure fairness and accountability </a:t>
            </a:r>
          </a:p>
        </p:txBody>
      </p:sp>
    </p:spTree>
    <p:extLst>
      <p:ext uri="{BB962C8B-B14F-4D97-AF65-F5344CB8AC3E}">
        <p14:creationId xmlns:p14="http://schemas.microsoft.com/office/powerpoint/2010/main" val="124695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0894-1F9C-9068-610D-2BE2781E8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Expected Business Impact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F35B9-A9C0-2522-5E41-A484C7472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📊 Business KPIs</a:t>
            </a:r>
          </a:p>
          <a:p>
            <a:r>
              <a:rPr lang="en-US" b="1" dirty="0"/>
              <a:t>Reduced Delinquency Rates</a:t>
            </a:r>
            <a:r>
              <a:rPr lang="en-US" dirty="0"/>
              <a:t> (≈10–15%) </a:t>
            </a:r>
          </a:p>
          <a:p>
            <a:r>
              <a:rPr lang="en-US" b="1" dirty="0"/>
              <a:t>Higher Recovery &amp; Collection Efficiency</a:t>
            </a:r>
            <a:r>
              <a:rPr lang="en-US" dirty="0"/>
              <a:t> </a:t>
            </a:r>
          </a:p>
          <a:p>
            <a:r>
              <a:rPr lang="en-US" b="1" dirty="0"/>
              <a:t>Lower Operational Costs</a:t>
            </a:r>
            <a:r>
              <a:rPr lang="en-US" dirty="0"/>
              <a:t> (through automation) </a:t>
            </a:r>
          </a:p>
          <a:p>
            <a:r>
              <a:rPr lang="en-US" b="1" dirty="0"/>
              <a:t>Improved Resource Allocation</a:t>
            </a:r>
            <a:r>
              <a:rPr lang="en-US" dirty="0"/>
              <a:t> (focus on high-risk cases)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🤝 Customer Outcomes</a:t>
            </a:r>
          </a:p>
          <a:p>
            <a:r>
              <a:rPr lang="en-US" b="1" dirty="0"/>
              <a:t>Better Customer Experience</a:t>
            </a:r>
            <a:r>
              <a:rPr lang="en-US" dirty="0"/>
              <a:t> (timely, relevant outreach) </a:t>
            </a:r>
          </a:p>
          <a:p>
            <a:r>
              <a:rPr lang="en-US" b="1" dirty="0"/>
              <a:t>Fair &amp; Transparent Decisions</a:t>
            </a:r>
            <a:r>
              <a:rPr lang="en-US" dirty="0"/>
              <a:t> (clear reasoning behind actions) </a:t>
            </a:r>
          </a:p>
          <a:p>
            <a:r>
              <a:rPr lang="en-US" b="1" dirty="0"/>
              <a:t>Personalized Support</a:t>
            </a:r>
            <a:r>
              <a:rPr lang="en-US" dirty="0"/>
              <a:t> (repayment options, nudges) </a:t>
            </a:r>
          </a:p>
          <a:p>
            <a:r>
              <a:rPr lang="en-US" b="1" dirty="0"/>
              <a:t>Scalable &amp; Consistent Engagement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778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309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Angsana New</vt:lpstr>
      <vt:lpstr>Aptos</vt:lpstr>
      <vt:lpstr>Aptos Display</vt:lpstr>
      <vt:lpstr>Arial</vt:lpstr>
      <vt:lpstr>Office Theme</vt:lpstr>
      <vt:lpstr>How the System Works</vt:lpstr>
      <vt:lpstr>End-to-End Workflow (Diagram Style)</vt:lpstr>
      <vt:lpstr>Autonomous vs Human-in-the-Loop Decisions</vt:lpstr>
      <vt:lpstr>Responsible AI Guardrails</vt:lpstr>
      <vt:lpstr>Expected Business Impact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vijaydundi11@gmail.com</dc:creator>
  <cp:lastModifiedBy>vijaydundi11@gmail.com</cp:lastModifiedBy>
  <cp:revision>1</cp:revision>
  <dcterms:created xsi:type="dcterms:W3CDTF">2026-05-03T21:08:05Z</dcterms:created>
  <dcterms:modified xsi:type="dcterms:W3CDTF">2026-05-03T21:17:48Z</dcterms:modified>
</cp:coreProperties>
</file>